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60c4df04e1d4283" /><Relationship Type="http://schemas.openxmlformats.org/officeDocument/2006/relationships/extended-properties" Target="/docProps/app.xml" Id="R63d641f17d644a4c" /><Relationship Type="http://schemas.openxmlformats.org/officeDocument/2006/relationships/officeDocument" Target="/ppt/presentation.xml" Id="Racad92056c19467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3bf535d716a4125"/>
  </p:sldMasterIdLst>
  <p:notesMasterIdLst>
    <p:notesMasterId xmlns:r="http://schemas.openxmlformats.org/officeDocument/2006/relationships" r:id="R4540192359a740dd"/>
  </p:notesMasterIdLst>
  <p:sldIdLst>
    <p:sldId xmlns:r="http://schemas.openxmlformats.org/officeDocument/2006/relationships" id="256" r:id="R82f8be8e0f8b4448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dc49b1ff8ac44b6" /><Relationship Type="http://schemas.openxmlformats.org/officeDocument/2006/relationships/slideMaster" Target="/ppt/slideMasters/slideMaster1.xml" Id="R13bf535d716a4125" /><Relationship Type="http://schemas.openxmlformats.org/officeDocument/2006/relationships/notesMaster" Target="/ppt/notesMasters/notesMaster1.xml" Id="R4540192359a740dd" /><Relationship Type="http://schemas.openxmlformats.org/officeDocument/2006/relationships/presProps" Target="/ppt/presProps.xml" Id="R561723f1aa8b4216" /><Relationship Type="http://schemas.openxmlformats.org/officeDocument/2006/relationships/tableStyles" Target="/ppt/tableStyles.xml" Id="R9a20d2b4612042bf" /><Relationship Type="http://schemas.openxmlformats.org/officeDocument/2006/relationships/slide" Target="/ppt/slides/slide1.xml" Id="R82f8be8e0f8b444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2be01ef07da42f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0aaf875706c47c7" /><Relationship Type="http://schemas.openxmlformats.org/officeDocument/2006/relationships/notesMaster" Target="/ppt/notesMasters/notesMaster1.xml" Id="R5ee3dc682cc0437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Every meeting adds hours of follow-up while my own projects wait.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 am Hamza, a lead AI engineer. I attend many meetings, and each action item can take another hour or two. I still have my own projects to build. That is why I built Adversaria.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Now show the product: local meeting notes, Copilot suggestions, and a research or solution architecture draft in a workspace. Today I extended the existing Copilot and Spaces workflow and built the CLI using OpenAI Codex. The CLI integrates sponsor APIs: OpenRouter for speech and models, and Exa AI for outside questions and research.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desktop supports fully local operation. Optional cloud features and the API-powered CLI use external services.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Hamza’s first-person brief, 12 September 2026, and repository README/CLI documentation. Design: supplied Lagharilabs design/tokens.css and slides.jsx. The time estimate describes Hamza’s own experience.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9a5cc61ec940c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fb93b203f0e4a0d" /><Relationship Type="http://schemas.openxmlformats.org/officeDocument/2006/relationships/slideLayout" Target="/ppt/slideLayouts/slideLayout1.xml" Id="Rc32422c3f8e746c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32422c3f8e746c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2a263654f945fc" /><Relationship Type="http://schemas.openxmlformats.org/officeDocument/2006/relationships/notesSlide" Target="/ppt/notesSlides/notesSlide1.xml" Id="R130aa00a6bf141c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2EBD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Laghari Labs frame">
            <a:extLst xmlns:a="http://schemas.openxmlformats.org/drawingml/2006/main">
              <a:ext uri="{FF2B5EF4-FFF2-40B4-BE49-F238E27FC236}">
                <a16:creationId xmlns:a16="http://schemas.microsoft.com/office/drawing/2014/main" id="{824ABE56-2827-404B-8A9F-F7B090B02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" y="19050"/>
            <a:ext cx="15201900" cy="853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E0E12"/>
            </a:solidFill>
          </a:ln>
        </p:spPr>
      </p:sp>
      <p:sp>
        <p:nvSpPr>
          <p:cNvPr id="2" name="Editable text 0">
            <a:extLst xmlns:a="http://schemas.openxmlformats.org/drawingml/2006/main">
              <a:ext uri="{FF2B5EF4-FFF2-40B4-BE49-F238E27FC236}">
                <a16:creationId xmlns:a16="http://schemas.microsoft.com/office/drawing/2014/main" id="{2718D11A-6185-4A4A-9EDA-8B2D2CD60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9125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950">
                <a:solidFill>
                  <a:srgbClr val="0E0E12"/>
                </a:solidFill>
                <a:latin typeface="JetBrains Mono"/>
                <a:ea typeface="JetBrains Mono"/>
                <a:cs typeface="JetBrains Mono"/>
              </a:defRPr>
            </a:pPr>
            <a:r>
              <a:rPr sz="1950">
                <a:solidFill>
                  <a:srgbClr val="0E0E12"/>
                </a:solidFill>
                <a:latin typeface="JetBrains Mono"/>
                <a:ea typeface="JetBrains Mono"/>
                <a:cs typeface="JetBrains Mono"/>
              </a:rPr>
              <a:t>WHY I BUILT ADVERSARIA</a:t>
            </a:r>
          </a:p>
        </p:txBody>
      </p:sp>
      <p:sp>
        <p:nvSpPr>
          <p:cNvPr id="3" name="Editable text 1">
            <a:extLst xmlns:a="http://schemas.openxmlformats.org/drawingml/2006/main">
              <a:ext uri="{FF2B5EF4-FFF2-40B4-BE49-F238E27FC236}">
                <a16:creationId xmlns:a16="http://schemas.microsoft.com/office/drawing/2014/main" id="{089518E5-8AA9-405D-A7A6-32009BEBE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09825"/>
            <a:ext cx="134302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5775">
                <a:solidFill>
                  <a:srgbClr val="0E0E12"/>
                </a:solidFill>
                <a:latin typeface="Silkscreen"/>
                <a:ea typeface="Silkscreen"/>
                <a:cs typeface="Silkscreen"/>
              </a:defRPr>
            </a:pPr>
            <a:r>
              <a:rPr sz="5775">
                <a:solidFill>
                  <a:srgbClr val="0E0E12"/>
                </a:solidFill>
                <a:latin typeface="Silkscreen"/>
                <a:ea typeface="Silkscreen"/>
                <a:cs typeface="Silkscreen"/>
              </a:rPr>
              <a:t>Every meeting adds</a:t>
            </a:r>
          </a:p>
        </p:txBody>
      </p:sp>
      <p:sp>
        <p:nvSpPr>
          <p:cNvPr id="4" name="Editable text 2">
            <a:extLst xmlns:a="http://schemas.openxmlformats.org/drawingml/2006/main">
              <a:ext uri="{FF2B5EF4-FFF2-40B4-BE49-F238E27FC236}">
                <a16:creationId xmlns:a16="http://schemas.microsoft.com/office/drawing/2014/main" id="{5DA30F5E-B32E-451C-9F06-472D8167C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00450"/>
            <a:ext cx="134302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5775">
                <a:solidFill>
                  <a:srgbClr val="FF4D2E"/>
                </a:solidFill>
                <a:latin typeface="Silkscreen"/>
                <a:ea typeface="Silkscreen"/>
                <a:cs typeface="Silkscreen"/>
              </a:defRPr>
            </a:pPr>
            <a:r>
              <a:rPr sz="5775">
                <a:solidFill>
                  <a:srgbClr val="FF4D2E"/>
                </a:solidFill>
                <a:latin typeface="Silkscreen"/>
                <a:ea typeface="Silkscreen"/>
                <a:cs typeface="Silkscreen"/>
              </a:rPr>
              <a:t>hours of follow-up</a:t>
            </a:r>
          </a:p>
        </p:txBody>
      </p:sp>
      <p:sp>
        <p:nvSpPr>
          <p:cNvPr id="5" name="Brand highlight 3">
            <a:extLst xmlns:a="http://schemas.openxmlformats.org/drawingml/2006/main">
              <a:ext uri="{FF2B5EF4-FFF2-40B4-BE49-F238E27FC236}">
                <a16:creationId xmlns:a16="http://schemas.microsoft.com/office/drawing/2014/main" id="{BEE26D18-9A12-4A0C-B796-CCE9A231A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53000"/>
            <a:ext cx="1363980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0E12"/>
          </a:solidFill>
          <a:ln xmlns:a="http://schemas.openxmlformats.org/drawingml/2006/main" w="0">
            <a:noFill/>
          </a:ln>
        </p:spPr>
      </p:sp>
      <p:sp>
        <p:nvSpPr>
          <p:cNvPr id="6" name="Brand highlight 4">
            <a:extLst xmlns:a="http://schemas.openxmlformats.org/drawingml/2006/main">
              <a:ext uri="{FF2B5EF4-FFF2-40B4-BE49-F238E27FC236}">
                <a16:creationId xmlns:a16="http://schemas.microsoft.com/office/drawing/2014/main" id="{6FEDCA0E-6CC3-4755-96CF-6452FAFB7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57750"/>
            <a:ext cx="1363980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23F"/>
          </a:solidFill>
          <a:ln xmlns:a="http://schemas.openxmlformats.org/drawingml/2006/main" w="38100">
            <a:solidFill>
              <a:srgbClr val="0E0E12"/>
            </a:solidFill>
          </a:ln>
        </p:spPr>
      </p:sp>
      <p:sp>
        <p:nvSpPr>
          <p:cNvPr id="7" name="Editable text 5">
            <a:extLst xmlns:a="http://schemas.openxmlformats.org/drawingml/2006/main">
              <a:ext uri="{FF2B5EF4-FFF2-40B4-BE49-F238E27FC236}">
                <a16:creationId xmlns:a16="http://schemas.microsoft.com/office/drawing/2014/main" id="{FE6A2CE8-6B70-4864-8013-0C92E261F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29175"/>
            <a:ext cx="13430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5775">
                <a:solidFill>
                  <a:srgbClr val="0E0E12"/>
                </a:solidFill>
                <a:latin typeface="Silkscreen"/>
                <a:ea typeface="Silkscreen"/>
                <a:cs typeface="Silkscreen"/>
              </a:defRPr>
            </a:pPr>
            <a:r>
              <a:rPr sz="5775">
                <a:solidFill>
                  <a:srgbClr val="0E0E12"/>
                </a:solidFill>
                <a:latin typeface="Silkscreen"/>
                <a:ea typeface="Silkscreen"/>
                <a:cs typeface="Silkscreen"/>
              </a:rPr>
              <a:t>while my own projects wait.</a:t>
            </a:r>
          </a:p>
        </p:txBody>
      </p:sp>
      <p:sp>
        <p:nvSpPr>
          <p:cNvPr id="8" name="Editable text 6">
            <a:extLst xmlns:a="http://schemas.openxmlformats.org/drawingml/2006/main">
              <a:ext uri="{FF2B5EF4-FFF2-40B4-BE49-F238E27FC236}">
                <a16:creationId xmlns:a16="http://schemas.microsoft.com/office/drawing/2014/main" id="{F021CD9C-BAE1-4DB2-951A-1C76FD701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581900"/>
            <a:ext cx="714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550">
                <a:solidFill>
                  <a:srgbClr val="0E0E12"/>
                </a:solidFill>
                <a:latin typeface="Silkscreen"/>
                <a:ea typeface="Silkscreen"/>
                <a:cs typeface="Silkscreen"/>
              </a:defRPr>
            </a:pPr>
            <a:r>
              <a:rPr sz="2550">
                <a:solidFill>
                  <a:srgbClr val="0E0E12"/>
                </a:solidFill>
                <a:latin typeface="Silkscreen"/>
                <a:ea typeface="Silkscreen"/>
                <a:cs typeface="Silkscreen"/>
              </a:rPr>
              <a:t>LaghariLabs.com</a:t>
            </a:r>
          </a:p>
        </p:txBody>
      </p:sp>
      <p:sp>
        <p:nvSpPr>
          <p:cNvPr id="9" name="Editable text 7">
            <a:extLst xmlns:a="http://schemas.openxmlformats.org/drawingml/2006/main">
              <a:ext uri="{FF2B5EF4-FFF2-40B4-BE49-F238E27FC236}">
                <a16:creationId xmlns:a16="http://schemas.microsoft.com/office/drawing/2014/main" id="{4F6CBCDE-3E3B-48E6-8907-51B0FD469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7648575"/>
            <a:ext cx="5791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20000"/>
              </a:lnSpc>
              <a:buNone/>
              <a:defRPr sz="1800">
                <a:solidFill>
                  <a:srgbClr val="0E0E12"/>
                </a:solidFill>
                <a:latin typeface="JetBrains Mono"/>
                <a:ea typeface="JetBrains Mono"/>
                <a:cs typeface="JetBrains Mono"/>
              </a:defRPr>
            </a:pPr>
            <a:r>
              <a:rPr sz="1800">
                <a:solidFill>
                  <a:srgbClr val="0E0E12"/>
                </a:solidFill>
                <a:latin typeface="JetBrains Mono"/>
                <a:ea typeface="JetBrains Mono"/>
                <a:cs typeface="JetBrains Mono"/>
              </a:rPr>
              <a:t>Hamza / Lead AI Engineer</a:t>
            </a:r>
          </a:p>
        </p:txBody>
      </p:sp>
    </p:spTree>
    <p:extLst>
      <p:ext uri="{BB962C8B-B14F-4D97-AF65-F5344CB8AC3E}">
        <p14:creationId xmlns:p14="http://schemas.microsoft.com/office/powerpoint/2010/main" val="148758386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2026-09-12T12:00:42.8290000Z</dcterms:created>
  <dcterms:modified xsi:type="dcterms:W3CDTF">2026-09-12T12:00:42.8290000Z</dcterms:modified>
</coreProperties>
</file>
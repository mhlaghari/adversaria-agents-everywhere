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47523ceeb3403c" /><Relationship Type="http://schemas.openxmlformats.org/officeDocument/2006/relationships/extended-properties" Target="/docProps/app.xml" Id="R1f94873e124b43c1" /><Relationship Type="http://schemas.openxmlformats.org/officeDocument/2006/relationships/officeDocument" Target="/ppt/presentation.xml" Id="R63975790e3de45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ab16425fc042ae"/>
  </p:sldMasterIdLst>
  <p:notesMasterIdLst>
    <p:notesMasterId xmlns:r="http://schemas.openxmlformats.org/officeDocument/2006/relationships" r:id="Rad03d5abe02747e6"/>
  </p:notesMasterIdLst>
  <p:sldIdLst>
    <p:sldId xmlns:r="http://schemas.openxmlformats.org/officeDocument/2006/relationships" id="256" r:id="Ra2913203763e416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170ba4ff794288" /><Relationship Type="http://schemas.openxmlformats.org/officeDocument/2006/relationships/slideMaster" Target="/ppt/slideMasters/slideMaster1.xml" Id="Re4ab16425fc042ae" /><Relationship Type="http://schemas.openxmlformats.org/officeDocument/2006/relationships/notesMaster" Target="/ppt/notesMasters/notesMaster1.xml" Id="Rad03d5abe02747e6" /><Relationship Type="http://schemas.openxmlformats.org/officeDocument/2006/relationships/presProps" Target="/ppt/presProps.xml" Id="R39b8a79c44e64347" /><Relationship Type="http://schemas.openxmlformats.org/officeDocument/2006/relationships/tableStyles" Target="/ppt/tableStyles.xml" Id="R803b166b11234e40" /><Relationship Type="http://schemas.openxmlformats.org/officeDocument/2006/relationships/slide" Target="/ppt/slides/slide1.xml" Id="Ra2913203763e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f5ccabe52f41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e7818a06954028" /><Relationship Type="http://schemas.openxmlformats.org/officeDocument/2006/relationships/notesMaster" Target="/ppt/notesMasters/notesMaster1.xml" Id="R74cf1a82d8bf43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meeting adds hours of follow-up while my own projects wait.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am Hamza, a lead AI engineer. I attend many meetings, and each action item can take another hour or two. I still have my own projects to build. That is why I built Adversaria.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 show the product: local meeting notes, Copilot suggestions, and a research or solution architecture draft in a workspace. Today I extended the existing Copilot and Spaces workflow and built the CLI using OpenAI Codex. The CLI integrates sponsor APIs: OpenRouter for speech and models, and Exa AI for outside questions and research.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desktop supports fully local operation. Optional cloud features and the API-powered CLI use external services.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Hamza’s first-person brief, 12 September 2026, and repository README/CLI documentation. Design: supplied Lagharilabs design/tokens.css and slides.jsx. The time estimate describes Hamza’s own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dc20917404a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4ad5b4faaa449e" /><Relationship Type="http://schemas.openxmlformats.org/officeDocument/2006/relationships/slideLayout" Target="/ppt/slideLayouts/slideLayout1.xml" Id="R38dbe0e2328342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dbe0e2328342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5817f4a2c467c" /><Relationship Type="http://schemas.openxmlformats.org/officeDocument/2006/relationships/notesSlide" Target="/ppt/notesSlides/notesSlide1.xml" Id="R4aa93ae87e7b4f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B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aghari Labs frame">
            <a:extLst xmlns:a="http://schemas.openxmlformats.org/drawingml/2006/main">
              <a:ext uri="{FF2B5EF4-FFF2-40B4-BE49-F238E27FC236}">
                <a16:creationId xmlns:a16="http://schemas.microsoft.com/office/drawing/2014/main" id="{5E717E25-0DA6-47E8-9EB8-DCF2FF34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19050"/>
            <a:ext cx="15201900" cy="853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0E12"/>
            </a:solidFill>
          </a:ln>
        </p:spPr>
      </p:sp>
      <p:sp>
        <p:nvSpPr>
          <p:cNvPr id="2" name="Editable text 0">
            <a:extLst xmlns:a="http://schemas.openxmlformats.org/drawingml/2006/main">
              <a:ext uri="{FF2B5EF4-FFF2-40B4-BE49-F238E27FC236}">
                <a16:creationId xmlns:a16="http://schemas.microsoft.com/office/drawing/2014/main" id="{5D600E06-ED8D-440D-A611-610A7D51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>
                <a:solidFill>
                  <a:srgbClr val="0E0E1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>
                <a:solidFill>
                  <a:srgbClr val="0E0E12"/>
                </a:solidFill>
                <a:latin typeface="JetBrains Mono"/>
                <a:ea typeface="JetBrains Mono"/>
                <a:cs typeface="JetBrains Mono"/>
              </a:rPr>
              <a:t>WHY I BUILT ADVERSARIA</a:t>
            </a:r>
          </a:p>
        </p:txBody>
      </p:sp>
      <p:sp>
        <p:nvSpPr>
          <p:cNvPr id="3" name="Editable text 1">
            <a:extLst xmlns:a="http://schemas.openxmlformats.org/drawingml/2006/main">
              <a:ext uri="{FF2B5EF4-FFF2-40B4-BE49-F238E27FC236}">
                <a16:creationId xmlns:a16="http://schemas.microsoft.com/office/drawing/2014/main" id="{258124EB-1225-4BB0-AF45-68A9EE7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343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5775">
                <a:solidFill>
                  <a:srgbClr val="0E0E12"/>
                </a:solidFill>
                <a:latin typeface="Silkscreen"/>
                <a:ea typeface="Silkscreen"/>
                <a:cs typeface="Silkscreen"/>
              </a:defRPr>
            </a:pPr>
            <a:r>
              <a:rPr sz="5775">
                <a:solidFill>
                  <a:srgbClr val="0E0E12"/>
                </a:solidFill>
                <a:latin typeface="Silkscreen"/>
                <a:ea typeface="Silkscreen"/>
                <a:cs typeface="Silkscreen"/>
              </a:rPr>
              <a:t>Every meeting adds</a:t>
            </a:r>
          </a:p>
        </p:txBody>
      </p:sp>
      <p:sp>
        <p:nvSpPr>
          <p:cNvPr id="4" name="Editable text 2">
            <a:extLst xmlns:a="http://schemas.openxmlformats.org/drawingml/2006/main">
              <a:ext uri="{FF2B5EF4-FFF2-40B4-BE49-F238E27FC236}">
                <a16:creationId xmlns:a16="http://schemas.microsoft.com/office/drawing/2014/main" id="{7A3B835A-EB3E-4D4D-90DA-587EE42A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343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5775">
                <a:solidFill>
                  <a:srgbClr val="FF4D2E"/>
                </a:solidFill>
                <a:latin typeface="Silkscreen"/>
                <a:ea typeface="Silkscreen"/>
                <a:cs typeface="Silkscreen"/>
              </a:defRPr>
            </a:pPr>
            <a:r>
              <a:rPr sz="5775">
                <a:solidFill>
                  <a:srgbClr val="FF4D2E"/>
                </a:solidFill>
                <a:latin typeface="Silkscreen"/>
                <a:ea typeface="Silkscreen"/>
                <a:cs typeface="Silkscreen"/>
              </a:rPr>
              <a:t>hours of follow-up</a:t>
            </a:r>
          </a:p>
        </p:txBody>
      </p:sp>
      <p:sp>
        <p:nvSpPr>
          <p:cNvPr id="5" name="Brand highlight 3">
            <a:extLst xmlns:a="http://schemas.openxmlformats.org/drawingml/2006/main">
              <a:ext uri="{FF2B5EF4-FFF2-40B4-BE49-F238E27FC236}">
                <a16:creationId xmlns:a16="http://schemas.microsoft.com/office/drawing/2014/main" id="{B158D748-07B9-4BDC-A65E-C5F712A2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3639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12"/>
          </a:solidFill>
          <a:ln xmlns:a="http://schemas.openxmlformats.org/drawingml/2006/main" w="0">
            <a:noFill/>
          </a:ln>
        </p:spPr>
      </p:sp>
      <p:sp>
        <p:nvSpPr>
          <p:cNvPr id="6" name="Brand highlight 4">
            <a:extLst xmlns:a="http://schemas.openxmlformats.org/drawingml/2006/main">
              <a:ext uri="{FF2B5EF4-FFF2-40B4-BE49-F238E27FC236}">
                <a16:creationId xmlns:a16="http://schemas.microsoft.com/office/drawing/2014/main" id="{4001E8E7-4F0E-4882-8350-C0763401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3639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F"/>
          </a:solidFill>
          <a:ln xmlns:a="http://schemas.openxmlformats.org/drawingml/2006/main" w="38100">
            <a:solidFill>
              <a:srgbClr val="0E0E12"/>
            </a:solidFill>
          </a:ln>
        </p:spPr>
      </p:sp>
      <p:sp>
        <p:nvSpPr>
          <p:cNvPr id="7" name="Editable text 5">
            <a:extLst xmlns:a="http://schemas.openxmlformats.org/drawingml/2006/main">
              <a:ext uri="{FF2B5EF4-FFF2-40B4-BE49-F238E27FC236}">
                <a16:creationId xmlns:a16="http://schemas.microsoft.com/office/drawing/2014/main" id="{E0AF6D7C-50AB-4BCB-8CEA-766CC48E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1343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5775">
                <a:solidFill>
                  <a:srgbClr val="0E0E12"/>
                </a:solidFill>
                <a:latin typeface="Silkscreen"/>
                <a:ea typeface="Silkscreen"/>
                <a:cs typeface="Silkscreen"/>
              </a:defRPr>
            </a:pPr>
            <a:r>
              <a:rPr sz="5775">
                <a:solidFill>
                  <a:srgbClr val="0E0E12"/>
                </a:solidFill>
                <a:latin typeface="Silkscreen"/>
                <a:ea typeface="Silkscreen"/>
                <a:cs typeface="Silkscreen"/>
              </a:rPr>
              <a:t>while my own projects wait.</a:t>
            </a:r>
          </a:p>
        </p:txBody>
      </p:sp>
      <p:sp>
        <p:nvSpPr>
          <p:cNvPr id="8" name="Editable text 6">
            <a:extLst xmlns:a="http://schemas.openxmlformats.org/drawingml/2006/main">
              <a:ext uri="{FF2B5EF4-FFF2-40B4-BE49-F238E27FC236}">
                <a16:creationId xmlns:a16="http://schemas.microsoft.com/office/drawing/2014/main" id="{F8B0FDF9-DAB8-49EE-97CD-EE42C256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819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>
                <a:solidFill>
                  <a:srgbClr val="0E0E12"/>
                </a:solidFill>
                <a:latin typeface="Silkscreen"/>
                <a:ea typeface="Silkscreen"/>
                <a:cs typeface="Silkscreen"/>
              </a:defRPr>
            </a:pPr>
            <a:r>
              <a:rPr sz="2550">
                <a:solidFill>
                  <a:srgbClr val="0E0E12"/>
                </a:solidFill>
                <a:latin typeface="Silkscreen"/>
                <a:ea typeface="Silkscreen"/>
                <a:cs typeface="Silkscreen"/>
              </a:rPr>
              <a:t>LaghariLabs.io</a:t>
            </a:r>
          </a:p>
        </p:txBody>
      </p:sp>
      <p:sp>
        <p:nvSpPr>
          <p:cNvPr id="9" name="Editable text 7">
            <a:extLst xmlns:a="http://schemas.openxmlformats.org/drawingml/2006/main">
              <a:ext uri="{FF2B5EF4-FFF2-40B4-BE49-F238E27FC236}">
                <a16:creationId xmlns:a16="http://schemas.microsoft.com/office/drawing/2014/main" id="{9D4A3731-1FEF-4065-8680-C386F9E7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48575"/>
            <a:ext cx="579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800">
                <a:solidFill>
                  <a:srgbClr val="0E0E1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0E0E12"/>
                </a:solidFill>
                <a:latin typeface="JetBrains Mono"/>
                <a:ea typeface="JetBrains Mono"/>
                <a:cs typeface="JetBrains Mono"/>
              </a:rPr>
              <a:t>Hamza / Lead AI Engineer</a:t>
            </a:r>
          </a:p>
        </p:txBody>
      </p:sp>
    </p:spTree>
    <p:extLst>
      <p:ext uri="{BB962C8B-B14F-4D97-AF65-F5344CB8AC3E}">
        <p14:creationId xmlns:p14="http://schemas.microsoft.com/office/powerpoint/2010/main" val="755333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2026-09-12T11:48:31.0460000Z</dcterms:created>
  <dcterms:modified xsi:type="dcterms:W3CDTF">2026-09-12T11:48:31.0460000Z</dcterms:modified>
</coreProperties>
</file>
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7309d4828a4206" /><Relationship Type="http://schemas.openxmlformats.org/officeDocument/2006/relationships/extended-properties" Target="/docProps/app.xml" Id="Rb24043daed294bfe" /><Relationship Type="http://schemas.openxmlformats.org/officeDocument/2006/relationships/officeDocument" Target="/ppt/presentation.xml" Id="R6f3014761c644dfa" /></Relationships>
</file>

<file path=ppt/presentation.xml><?xml version="1.0" encoding="utf-8"?>
<p:presentation xmlns:p="http://schemas.openxmlformats.org/presentationml/2006/main">
  <p:sldMasterIdLst>
    <p:sldMasterId xmlns:r="http://schemas.openxmlformats.org/officeDocument/2006/relationships" id="2147483648" r:id="R36eb96a42c2f4d08"/>
  </p:sldMasterIdLst>
  <p:notesMasterIdLst>
    <p:notesMasterId xmlns:r="http://schemas.openxmlformats.org/officeDocument/2006/relationships" r:id="R0a231dbc167a4736"/>
  </p:notesMasterIdLst>
  <p:sldIdLst>
    <p:sldId xmlns:r="http://schemas.openxmlformats.org/officeDocument/2006/relationships" id="256" r:id="R512b06a0b8624bfe"/>
    <p:sldId xmlns:r="http://schemas.openxmlformats.org/officeDocument/2006/relationships" id="257" r:id="R8b085302da5846dd"/>
    <p:sldId xmlns:r="http://schemas.openxmlformats.org/officeDocument/2006/relationships" id="258" r:id="R69e8e5529cea4fdd"/>
    <p:sldId xmlns:r="http://schemas.openxmlformats.org/officeDocument/2006/relationships" id="259" r:id="R8d70e73e24c84e6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f04d5a869e4bcf" /><Relationship Type="http://schemas.openxmlformats.org/officeDocument/2006/relationships/slideMaster" Target="/ppt/slideMasters/slideMaster1.xml" Id="R36eb96a42c2f4d08" /><Relationship Type="http://schemas.openxmlformats.org/officeDocument/2006/relationships/notesMaster" Target="/ppt/notesMasters/notesMaster1.xml" Id="R0a231dbc167a4736" /><Relationship Type="http://schemas.openxmlformats.org/officeDocument/2006/relationships/presProps" Target="/ppt/presProps.xml" Id="R84fd9a04c64f40e2" /><Relationship Type="http://schemas.openxmlformats.org/officeDocument/2006/relationships/tableStyles" Target="/ppt/tableStyles.xml" Id="Rb59e305bac52404d" /><Relationship Type="http://schemas.openxmlformats.org/officeDocument/2006/relationships/slide" Target="/ppt/slides/slide1.xml" Id="R512b06a0b8624bfe" /><Relationship Type="http://schemas.openxmlformats.org/officeDocument/2006/relationships/slide" Target="/ppt/slides/slide2.xml" Id="R8b085302da5846dd" /><Relationship Type="http://schemas.openxmlformats.org/officeDocument/2006/relationships/slide" Target="/ppt/slides/slide3.xml" Id="R69e8e5529cea4fdd" /><Relationship Type="http://schemas.openxmlformats.org/officeDocument/2006/relationships/slide" Target="/ppt/slides/slide4.xml" Id="R8d70e73e24c84e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9509fe70b842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373316af9f48a1" /><Relationship Type="http://schemas.openxmlformats.org/officeDocument/2006/relationships/notesMaster" Target="/ppt/notesMasters/notesMaster1.xml" Id="Rd347c010e6624c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337047d5e844c7" /><Relationship Type="http://schemas.openxmlformats.org/officeDocument/2006/relationships/notesMaster" Target="/ppt/notesMasters/notesMaster1.xml" Id="R4bc38521c0464f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04a900631b47b3" /><Relationship Type="http://schemas.openxmlformats.org/officeDocument/2006/relationships/notesMaster" Target="/ppt/notesMasters/notesMaster1.xml" Id="Rd5e9aa04d4474d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6209c9909a4080" /><Relationship Type="http://schemas.openxmlformats.org/officeDocument/2006/relationships/notesMaster" Target="/ppt/notesMasters/notesMaster1.xml" Id="Rbd5f92fed8e34f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Hamza, a lead AI engineer. Every meeting adds hours of follow-up while my own projects wait. An action item can take me another hour or two. That is why I built Adversaria. This describes my own experience.</a:t>
            </a:r>
          </a:p>
          <a:p xmlns:a="http://schemas.openxmlformats.org/drawingml/2006/main">
            <a:r>
              <a:t/>
            </a:r>
          </a:p>
          <a:p xmlns:a="http://schemas.openxmlformats.org/drawingml/2006/main">
            <a:r>
              <a:t>Sources: Hamza’s brief, 12 September 2026, and repository README/CLI documentation. Design: the supplied Lagharilabs design/tokens.css and slides.jsx.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Adversaria takes my meeting notes locally. Copilot brings relevant context into the conversation and suggests what I can say next. Desktop local mode runs on-device. I can also choose optional cloud providers. This is the foundation I am building on.</a:t>
            </a:r>
          </a:p>
          <a:p xmlns:a="http://schemas.openxmlformats.org/drawingml/2006/main">
            <a:r>
              <a:t/>
            </a:r>
          </a:p>
          <a:p xmlns:a="http://schemas.openxmlformats.org/drawingml/2006/main">
            <a:r>
              <a:t>Sources: Hamza’s brief, 12 September 2026, and repository README/CLI documentation. Design: the supplied Lagharilabs design/tokens.css and slides.jsx.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action items have somewhere to go. In Workspaces, I approve a task, research an approach and create a solution architecture diagram from meeting context. Adversaria prepares a draft and I review it. Web research uses external services when enabled.</a:t>
            </a:r>
          </a:p>
          <a:p xmlns:a="http://schemas.openxmlformats.org/drawingml/2006/main">
            <a:r>
              <a:t/>
            </a:r>
          </a:p>
          <a:p xmlns:a="http://schemas.openxmlformats.org/drawingml/2006/main">
            <a:r>
              <a:t>Sources: Hamza’s brief, 12 September 2026, and repository README/CLI documentation. Design: the supplied Lagharilabs design/tokens.css and slides.jsx.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extended the existing Copilot and Spaces workflow and built a new terminal edition with OpenAI Codex. The CLI uses OpenRouter for speech and models and Exa AI for outside questions and research. The CLI uses cloud services with local storage. Let me show the workflow.</a:t>
            </a:r>
          </a:p>
          <a:p xmlns:a="http://schemas.openxmlformats.org/drawingml/2006/main">
            <a:r>
              <a:t/>
            </a:r>
          </a:p>
          <a:p xmlns:a="http://schemas.openxmlformats.org/drawingml/2006/main">
            <a:r>
              <a:t>Sources: Hamza’s brief, 12 September 2026, and repository README/CLI documentation. Design: the supplied Lagharilabs design/tokens.css and slides.jsx.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1497693b8647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3c33c007f4479c" /><Relationship Type="http://schemas.openxmlformats.org/officeDocument/2006/relationships/slideLayout" Target="/ppt/slideLayouts/slideLayout1.xml" Id="R4f14d3e8d5374b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14d3e8d5374b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9656f8a9b34e8b" /><Relationship Type="http://schemas.openxmlformats.org/officeDocument/2006/relationships/notesSlide" Target="/ppt/notesSlides/notesSlide1.xml" Id="R0f450269fae643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b3a93b9f794cdc" /><Relationship Type="http://schemas.openxmlformats.org/officeDocument/2006/relationships/notesSlide" Target="/ppt/notesSlides/notesSlide2.xml" Id="R30680f9b362e46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8a8676a7034801" /><Relationship Type="http://schemas.openxmlformats.org/officeDocument/2006/relationships/notesSlide" Target="/ppt/notesSlides/notesSlide3.xml" Id="R450d88e387fd46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9e9bb57d6e4b2f" /><Relationship Type="http://schemas.openxmlformats.org/officeDocument/2006/relationships/notesSlide" Target="/ppt/notesSlides/notesSlide4.xml" Id="R52dc7283beb94e5e" /></Relationships>
</file>

<file path=ppt/slides/slide1.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0" name="Laghari Labs frame">
            <a:extLst xmlns:a="http://schemas.openxmlformats.org/drawingml/2006/main">
              <a:ext uri="{FF2B5EF4-FFF2-40B4-BE49-F238E27FC236}">
                <a16:creationId xmlns:a16="http://schemas.microsoft.com/office/drawing/2014/main" id="{824ABE56-2827-404B-8A9F-F7B090B02B3C}"/>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text 0">
            <a:extLst xmlns:a="http://schemas.openxmlformats.org/drawingml/2006/main">
              <a:ext uri="{FF2B5EF4-FFF2-40B4-BE49-F238E27FC236}">
                <a16:creationId xmlns:a16="http://schemas.microsoft.com/office/drawing/2014/main" id="{2718D11A-6185-4A4A-9EDA-8B2D2CD60914}"/>
              </a:ext>
            </a:extLst>
          </p:cNvPr>
          <p:cNvSpPr>
            <a:spLocks xmlns:a="http://schemas.openxmlformats.org/drawingml/2006/main" noGrp="1"/>
          </p:cNvSpPr>
          <p:nvPr/>
        </p:nvSpPr>
        <p:spPr>
          <a:xfrm xmlns:a="http://schemas.openxmlformats.org/drawingml/2006/main">
            <a:off x="8382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a:solidFill>
                  <a:srgbClr val="0E0E12"/>
                </a:solidFill>
                <a:latin typeface="JetBrains Mono"/>
                <a:ea typeface="JetBrains Mono"/>
                <a:cs typeface="JetBrains Mono"/>
              </a:defRPr>
            </a:pPr>
            <a:r>
              <a:rPr sz="1950">
                <a:solidFill>
                  <a:srgbClr val="0E0E12"/>
                </a:solidFill>
                <a:latin typeface="JetBrains Mono"/>
                <a:ea typeface="JetBrains Mono"/>
                <a:cs typeface="JetBrains Mono"/>
              </a:rPr>
              <a:t>WHY I BUILT ADVERSARIA</a:t>
            </a:r>
          </a:p>
        </p:txBody>
      </p:sp>
      <p:sp>
        <p:nvSpPr>
          <p:cNvPr id="3" name="Editable text 1">
            <a:extLst xmlns:a="http://schemas.openxmlformats.org/drawingml/2006/main">
              <a:ext uri="{FF2B5EF4-FFF2-40B4-BE49-F238E27FC236}">
                <a16:creationId xmlns:a16="http://schemas.microsoft.com/office/drawing/2014/main" id="{089518E5-8AA9-405D-A7A6-32009BEBE92D}"/>
              </a:ext>
            </a:extLst>
          </p:cNvPr>
          <p:cNvSpPr>
            <a:spLocks xmlns:a="http://schemas.openxmlformats.org/drawingml/2006/main" noGrp="1"/>
          </p:cNvSpPr>
          <p:nvPr/>
        </p:nvSpPr>
        <p:spPr>
          <a:xfrm xmlns:a="http://schemas.openxmlformats.org/drawingml/2006/main">
            <a:off x="838200" y="2409825"/>
            <a:ext cx="13430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5775">
                <a:solidFill>
                  <a:srgbClr val="0E0E12"/>
                </a:solidFill>
                <a:latin typeface="Silkscreen"/>
                <a:ea typeface="Silkscreen"/>
                <a:cs typeface="Silkscreen"/>
              </a:defRPr>
            </a:pPr>
            <a:r>
              <a:rPr sz="5775">
                <a:solidFill>
                  <a:srgbClr val="0E0E12"/>
                </a:solidFill>
                <a:latin typeface="Silkscreen"/>
                <a:ea typeface="Silkscreen"/>
                <a:cs typeface="Silkscreen"/>
              </a:rPr>
              <a:t>Every meeting adds</a:t>
            </a:r>
          </a:p>
        </p:txBody>
      </p:sp>
      <p:sp>
        <p:nvSpPr>
          <p:cNvPr id="4" name="Editable text 2">
            <a:extLst xmlns:a="http://schemas.openxmlformats.org/drawingml/2006/main">
              <a:ext uri="{FF2B5EF4-FFF2-40B4-BE49-F238E27FC236}">
                <a16:creationId xmlns:a16="http://schemas.microsoft.com/office/drawing/2014/main" id="{5DA30F5E-B32E-451C-9F06-472D8167CFA5}"/>
              </a:ext>
            </a:extLst>
          </p:cNvPr>
          <p:cNvSpPr>
            <a:spLocks xmlns:a="http://schemas.openxmlformats.org/drawingml/2006/main" noGrp="1"/>
          </p:cNvSpPr>
          <p:nvPr/>
        </p:nvSpPr>
        <p:spPr>
          <a:xfrm xmlns:a="http://schemas.openxmlformats.org/drawingml/2006/main">
            <a:off x="838200" y="3600450"/>
            <a:ext cx="13430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5775">
                <a:solidFill>
                  <a:srgbClr val="FF4D2E"/>
                </a:solidFill>
                <a:latin typeface="Silkscreen"/>
                <a:ea typeface="Silkscreen"/>
                <a:cs typeface="Silkscreen"/>
              </a:defRPr>
            </a:pPr>
            <a:r>
              <a:rPr sz="5775">
                <a:solidFill>
                  <a:srgbClr val="FF4D2E"/>
                </a:solidFill>
                <a:latin typeface="Silkscreen"/>
                <a:ea typeface="Silkscreen"/>
                <a:cs typeface="Silkscreen"/>
              </a:rPr>
              <a:t>hours of follow-up</a:t>
            </a:r>
          </a:p>
        </p:txBody>
      </p:sp>
      <p:sp>
        <p:nvSpPr>
          <p:cNvPr id="5" name="Brand highlight 3">
            <a:extLst xmlns:a="http://schemas.openxmlformats.org/drawingml/2006/main">
              <a:ext uri="{FF2B5EF4-FFF2-40B4-BE49-F238E27FC236}">
                <a16:creationId xmlns:a16="http://schemas.microsoft.com/office/drawing/2014/main" id="{BEE26D18-9A12-4A0C-B796-CCE9A231A3CF}"/>
              </a:ext>
            </a:extLst>
          </p:cNvPr>
          <p:cNvSpPr>
            <a:spLocks xmlns:a="http://schemas.openxmlformats.org/drawingml/2006/main" noGrp="1"/>
          </p:cNvSpPr>
          <p:nvPr/>
        </p:nvSpPr>
        <p:spPr>
          <a:xfrm xmlns:a="http://schemas.openxmlformats.org/drawingml/2006/main">
            <a:off x="819150" y="4953000"/>
            <a:ext cx="13639800" cy="1295400"/>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6" name="Brand highlight 4">
            <a:extLst xmlns:a="http://schemas.openxmlformats.org/drawingml/2006/main">
              <a:ext uri="{FF2B5EF4-FFF2-40B4-BE49-F238E27FC236}">
                <a16:creationId xmlns:a16="http://schemas.microsoft.com/office/drawing/2014/main" id="{6FEDCA0E-6CC3-4755-96CF-6452FAFB7839}"/>
              </a:ext>
            </a:extLst>
          </p:cNvPr>
          <p:cNvSpPr>
            <a:spLocks xmlns:a="http://schemas.openxmlformats.org/drawingml/2006/main" noGrp="1"/>
          </p:cNvSpPr>
          <p:nvPr/>
        </p:nvSpPr>
        <p:spPr>
          <a:xfrm xmlns:a="http://schemas.openxmlformats.org/drawingml/2006/main">
            <a:off x="723900" y="4857750"/>
            <a:ext cx="13639800" cy="1295400"/>
          </a:xfrm>
          <a:prstGeom xmlns:a="http://schemas.openxmlformats.org/drawingml/2006/main" prst="rect">
            <a:avLst/>
          </a:prstGeom>
          <a:solidFill xmlns:a="http://schemas.openxmlformats.org/drawingml/2006/main">
            <a:srgbClr val="FFD23F"/>
          </a:solidFill>
          <a:ln xmlns:a="http://schemas.openxmlformats.org/drawingml/2006/main" w="38100">
            <a:solidFill>
              <a:srgbClr val="0E0E12"/>
            </a:solidFill>
          </a:ln>
        </p:spPr>
      </p:sp>
      <p:sp>
        <p:nvSpPr>
          <p:cNvPr id="7" name="Editable text 5">
            <a:extLst xmlns:a="http://schemas.openxmlformats.org/drawingml/2006/main">
              <a:ext uri="{FF2B5EF4-FFF2-40B4-BE49-F238E27FC236}">
                <a16:creationId xmlns:a16="http://schemas.microsoft.com/office/drawing/2014/main" id="{FE6A2CE8-6B70-4864-8013-0C92E261F1A9}"/>
              </a:ext>
            </a:extLst>
          </p:cNvPr>
          <p:cNvSpPr>
            <a:spLocks xmlns:a="http://schemas.openxmlformats.org/drawingml/2006/main" noGrp="1"/>
          </p:cNvSpPr>
          <p:nvPr/>
        </p:nvSpPr>
        <p:spPr>
          <a:xfrm xmlns:a="http://schemas.openxmlformats.org/drawingml/2006/main">
            <a:off x="838200" y="4829175"/>
            <a:ext cx="1343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5775">
                <a:solidFill>
                  <a:srgbClr val="0E0E12"/>
                </a:solidFill>
                <a:latin typeface="Silkscreen"/>
                <a:ea typeface="Silkscreen"/>
                <a:cs typeface="Silkscreen"/>
              </a:defRPr>
            </a:pPr>
            <a:r>
              <a:rPr sz="5775">
                <a:solidFill>
                  <a:srgbClr val="0E0E12"/>
                </a:solidFill>
                <a:latin typeface="Silkscreen"/>
                <a:ea typeface="Silkscreen"/>
                <a:cs typeface="Silkscreen"/>
              </a:rPr>
              <a:t>while my own projects wait.</a:t>
            </a:r>
          </a:p>
        </p:txBody>
      </p:sp>
      <p:sp>
        <p:nvSpPr>
          <p:cNvPr id="8" name="Editable text 6">
            <a:extLst xmlns:a="http://schemas.openxmlformats.org/drawingml/2006/main">
              <a:ext uri="{FF2B5EF4-FFF2-40B4-BE49-F238E27FC236}">
                <a16:creationId xmlns:a16="http://schemas.microsoft.com/office/drawing/2014/main" id="{F021CD9C-BAE1-4DB2-951A-1C76FD701E3F}"/>
              </a:ext>
            </a:extLst>
          </p:cNvPr>
          <p:cNvSpPr>
            <a:spLocks xmlns:a="http://schemas.openxmlformats.org/drawingml/2006/main" noGrp="1"/>
          </p:cNvSpPr>
          <p:nvPr/>
        </p:nvSpPr>
        <p:spPr>
          <a:xfrm xmlns:a="http://schemas.openxmlformats.org/drawingml/2006/main">
            <a:off x="838200" y="7581900"/>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50">
                <a:solidFill>
                  <a:srgbClr val="0E0E12"/>
                </a:solidFill>
                <a:latin typeface="Silkscreen"/>
                <a:ea typeface="Silkscreen"/>
                <a:cs typeface="Silkscreen"/>
              </a:defRPr>
            </a:pPr>
            <a:r>
              <a:rPr sz="2550">
                <a:solidFill>
                  <a:srgbClr val="0E0E12"/>
                </a:solidFill>
                <a:latin typeface="Silkscreen"/>
                <a:ea typeface="Silkscreen"/>
                <a:cs typeface="Silkscreen"/>
              </a:rPr>
              <a:t>LaghariLabs.com</a:t>
            </a:r>
          </a:p>
        </p:txBody>
      </p:sp>
      <p:sp>
        <p:nvSpPr>
          <p:cNvPr id="9" name="Editable text 7">
            <a:extLst xmlns:a="http://schemas.openxmlformats.org/drawingml/2006/main">
              <a:ext uri="{FF2B5EF4-FFF2-40B4-BE49-F238E27FC236}">
                <a16:creationId xmlns:a16="http://schemas.microsoft.com/office/drawing/2014/main" id="{4F6CBCDE-3E3B-48E6-8907-51B0FD469D82}"/>
              </a:ext>
            </a:extLst>
          </p:cNvPr>
          <p:cNvSpPr>
            <a:spLocks xmlns:a="http://schemas.openxmlformats.org/drawingml/2006/main" noGrp="1"/>
          </p:cNvSpPr>
          <p:nvPr/>
        </p:nvSpPr>
        <p:spPr>
          <a:xfrm xmlns:a="http://schemas.openxmlformats.org/drawingml/2006/main">
            <a:off x="8572500" y="7648575"/>
            <a:ext cx="579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a:solidFill>
                  <a:srgbClr val="0E0E12"/>
                </a:solidFill>
                <a:latin typeface="JetBrains Mono"/>
                <a:ea typeface="JetBrains Mono"/>
                <a:cs typeface="JetBrains Mono"/>
              </a:defRPr>
            </a:pPr>
            <a:r>
              <a:rPr sz="1800">
                <a:solidFill>
                  <a:srgbClr val="0E0E12"/>
                </a:solidFill>
                <a:latin typeface="JetBrains Mono"/>
                <a:ea typeface="JetBrains Mono"/>
                <a:cs typeface="JetBrains Mono"/>
              </a:rPr>
              <a:t>Hamza / Lead AI Engineer</a:t>
            </a:r>
          </a:p>
        </p:txBody>
      </p:sp>
    </p:spTree>
    <p:extLst>
      <p:ext uri="{BB962C8B-B14F-4D97-AF65-F5344CB8AC3E}">
        <p14:creationId xmlns:p14="http://schemas.microsoft.com/office/powerpoint/2010/main" val="1487583861"/>
      </p:ext>
    </p:extLst>
  </p:cSld>
</p:sld>
</file>

<file path=ppt/slides/slide2.xml><?xml version="1.0" encoding="utf-8"?>
<p:sld xmlns:p="http://schemas.openxmlformats.org/presentationml/2006/main">
  <p:cSld>
    <p:bg>
      <p:bgPr>
        <a:solidFill xmlns:a="http://schemas.openxmlformats.org/drawingml/2006/main">
          <a:srgbClr val="0E0E12"/>
        </a:solidFill>
      </p:bgPr>
    </p:bg>
    <p:spTree>
      <p:nvGrpSpPr>
        <p:cNvPr id="1" name=""/>
        <p:cNvGrpSpPr/>
        <p:nvPr/>
      </p:nvGrpSpPr>
      <p:grpSpPr>
        <a:xfrm xmlns:a="http://schemas.openxmlformats.org/drawingml/2006/main"/>
      </p:grpSpPr>
      <p:sp>
        <p:nvSpPr>
          <p:cNvPr id="8" name="Laghari Labs frame">
            <a:extLst xmlns:a="http://schemas.openxmlformats.org/drawingml/2006/main">
              <a:ext uri="{FF2B5EF4-FFF2-40B4-BE49-F238E27FC236}">
                <a16:creationId xmlns:a16="http://schemas.microsoft.com/office/drawing/2014/main" id="{1921E2D1-6815-4DA1-8059-5A95F0DE4A52}"/>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text 0">
            <a:extLst xmlns:a="http://schemas.openxmlformats.org/drawingml/2006/main">
              <a:ext uri="{FF2B5EF4-FFF2-40B4-BE49-F238E27FC236}">
                <a16:creationId xmlns:a16="http://schemas.microsoft.com/office/drawing/2014/main" id="{515F4246-EC12-4104-886A-960FE5CBB375}"/>
              </a:ext>
            </a:extLst>
          </p:cNvPr>
          <p:cNvSpPr>
            <a:spLocks xmlns:a="http://schemas.openxmlformats.org/drawingml/2006/main" noGrp="1"/>
          </p:cNvSpPr>
          <p:nvPr/>
        </p:nvSpPr>
        <p:spPr>
          <a:xfrm xmlns:a="http://schemas.openxmlformats.org/drawingml/2006/main">
            <a:off x="8382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a:solidFill>
                  <a:srgbClr val="06D6A0"/>
                </a:solidFill>
                <a:latin typeface="JetBrains Mono"/>
                <a:ea typeface="JetBrains Mono"/>
                <a:cs typeface="JetBrains Mono"/>
              </a:defRPr>
            </a:pPr>
            <a:r>
              <a:rPr sz="1950">
                <a:solidFill>
                  <a:srgbClr val="06D6A0"/>
                </a:solidFill>
                <a:latin typeface="JetBrains Mono"/>
                <a:ea typeface="JetBrains Mono"/>
                <a:cs typeface="JetBrains Mono"/>
              </a:rPr>
              <a:t>COPILOT</a:t>
            </a:r>
          </a:p>
        </p:txBody>
      </p:sp>
      <p:sp>
        <p:nvSpPr>
          <p:cNvPr id="3" name="Editable text 1">
            <a:extLst xmlns:a="http://schemas.openxmlformats.org/drawingml/2006/main">
              <a:ext uri="{FF2B5EF4-FFF2-40B4-BE49-F238E27FC236}">
                <a16:creationId xmlns:a16="http://schemas.microsoft.com/office/drawing/2014/main" id="{C7F57514-8D9F-4865-A497-93977A89ED48}"/>
              </a:ext>
            </a:extLst>
          </p:cNvPr>
          <p:cNvSpPr>
            <a:spLocks xmlns:a="http://schemas.openxmlformats.org/drawingml/2006/main" noGrp="1"/>
          </p:cNvSpPr>
          <p:nvPr/>
        </p:nvSpPr>
        <p:spPr>
          <a:xfrm xmlns:a="http://schemas.openxmlformats.org/drawingml/2006/main">
            <a:off x="838200" y="2238375"/>
            <a:ext cx="13525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9750">
                <a:solidFill>
                  <a:srgbClr val="F2EBDA"/>
                </a:solidFill>
                <a:latin typeface="Silkscreen"/>
                <a:ea typeface="Silkscreen"/>
                <a:cs typeface="Silkscreen"/>
              </a:defRPr>
            </a:pPr>
            <a:r>
              <a:rPr sz="9750">
                <a:solidFill>
                  <a:srgbClr val="F2EBDA"/>
                </a:solidFill>
                <a:latin typeface="Silkscreen"/>
                <a:ea typeface="Silkscreen"/>
                <a:cs typeface="Silkscreen"/>
              </a:rPr>
              <a:t>Local notes.</a:t>
            </a:r>
          </a:p>
        </p:txBody>
      </p:sp>
      <p:sp>
        <p:nvSpPr>
          <p:cNvPr id="4" name="Editable text 2">
            <a:extLst xmlns:a="http://schemas.openxmlformats.org/drawingml/2006/main">
              <a:ext uri="{FF2B5EF4-FFF2-40B4-BE49-F238E27FC236}">
                <a16:creationId xmlns:a16="http://schemas.microsoft.com/office/drawing/2014/main" id="{10254E06-8236-439C-AA84-489EF31E58E5}"/>
              </a:ext>
            </a:extLst>
          </p:cNvPr>
          <p:cNvSpPr>
            <a:spLocks xmlns:a="http://schemas.openxmlformats.org/drawingml/2006/main" noGrp="1"/>
          </p:cNvSpPr>
          <p:nvPr/>
        </p:nvSpPr>
        <p:spPr>
          <a:xfrm xmlns:a="http://schemas.openxmlformats.org/drawingml/2006/main">
            <a:off x="838200" y="3743325"/>
            <a:ext cx="1352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8100">
                <a:solidFill>
                  <a:srgbClr val="06D6A0"/>
                </a:solidFill>
                <a:latin typeface="Silkscreen"/>
                <a:ea typeface="Silkscreen"/>
                <a:cs typeface="Silkscreen"/>
              </a:defRPr>
            </a:pPr>
            <a:r>
              <a:rPr sz="8100">
                <a:solidFill>
                  <a:srgbClr val="06D6A0"/>
                </a:solidFill>
                <a:latin typeface="Silkscreen"/>
                <a:ea typeface="Silkscreen"/>
                <a:cs typeface="Silkscreen"/>
              </a:rPr>
              <a:t>Live suggestions.</a:t>
            </a:r>
          </a:p>
        </p:txBody>
      </p:sp>
      <p:sp>
        <p:nvSpPr>
          <p:cNvPr id="5" name="Editable text 3">
            <a:extLst xmlns:a="http://schemas.openxmlformats.org/drawingml/2006/main">
              <a:ext uri="{FF2B5EF4-FFF2-40B4-BE49-F238E27FC236}">
                <a16:creationId xmlns:a16="http://schemas.microsoft.com/office/drawing/2014/main" id="{CEC00E5E-5D84-4E54-9C09-386B3183D109}"/>
              </a:ext>
            </a:extLst>
          </p:cNvPr>
          <p:cNvSpPr>
            <a:spLocks xmlns:a="http://schemas.openxmlformats.org/drawingml/2006/main" noGrp="1"/>
          </p:cNvSpPr>
          <p:nvPr/>
        </p:nvSpPr>
        <p:spPr>
          <a:xfrm xmlns:a="http://schemas.openxmlformats.org/drawingml/2006/main">
            <a:off x="895350" y="5829300"/>
            <a:ext cx="1333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850">
                <a:solidFill>
                  <a:srgbClr val="F2EBDA"/>
                </a:solidFill>
                <a:latin typeface="JetBrains Mono"/>
                <a:ea typeface="JetBrains Mono"/>
                <a:cs typeface="JetBrains Mono"/>
              </a:defRPr>
            </a:pPr>
            <a:r>
              <a:rPr sz="2850">
                <a:solidFill>
                  <a:srgbClr val="F2EBDA"/>
                </a:solidFill>
                <a:latin typeface="JetBrains Mono"/>
                <a:ea typeface="JetBrains Mono"/>
                <a:cs typeface="JetBrains Mono"/>
              </a:rPr>
              <a:t>Help with what to say next.</a:t>
            </a:r>
          </a:p>
        </p:txBody>
      </p:sp>
      <p:sp>
        <p:nvSpPr>
          <p:cNvPr id="6" name="Editable text 4">
            <a:extLst xmlns:a="http://schemas.openxmlformats.org/drawingml/2006/main">
              <a:ext uri="{FF2B5EF4-FFF2-40B4-BE49-F238E27FC236}">
                <a16:creationId xmlns:a16="http://schemas.microsoft.com/office/drawing/2014/main" id="{98A0A085-A644-4298-AC1E-E944EDC057AA}"/>
              </a:ext>
            </a:extLst>
          </p:cNvPr>
          <p:cNvSpPr>
            <a:spLocks xmlns:a="http://schemas.openxmlformats.org/drawingml/2006/main" noGrp="1"/>
          </p:cNvSpPr>
          <p:nvPr/>
        </p:nvSpPr>
        <p:spPr>
          <a:xfrm xmlns:a="http://schemas.openxmlformats.org/drawingml/2006/main">
            <a:off x="838200" y="7581900"/>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50">
                <a:solidFill>
                  <a:srgbClr val="F2EBDA"/>
                </a:solidFill>
                <a:latin typeface="Silkscreen"/>
                <a:ea typeface="Silkscreen"/>
                <a:cs typeface="Silkscreen"/>
              </a:defRPr>
            </a:pPr>
            <a:r>
              <a:rPr sz="2550">
                <a:solidFill>
                  <a:srgbClr val="F2EBDA"/>
                </a:solidFill>
                <a:latin typeface="Silkscreen"/>
                <a:ea typeface="Silkscreen"/>
                <a:cs typeface="Silkscreen"/>
              </a:rPr>
              <a:t>LaghariLabs.com</a:t>
            </a:r>
          </a:p>
        </p:txBody>
      </p:sp>
      <p:sp>
        <p:nvSpPr>
          <p:cNvPr id="7" name="Editable text 5">
            <a:extLst xmlns:a="http://schemas.openxmlformats.org/drawingml/2006/main">
              <a:ext uri="{FF2B5EF4-FFF2-40B4-BE49-F238E27FC236}">
                <a16:creationId xmlns:a16="http://schemas.microsoft.com/office/drawing/2014/main" id="{7D23A3F8-F1A9-42C2-B812-1458D14FB1CE}"/>
              </a:ext>
            </a:extLst>
          </p:cNvPr>
          <p:cNvSpPr>
            <a:spLocks xmlns:a="http://schemas.openxmlformats.org/drawingml/2006/main" noGrp="1"/>
          </p:cNvSpPr>
          <p:nvPr/>
        </p:nvSpPr>
        <p:spPr>
          <a:xfrm xmlns:a="http://schemas.openxmlformats.org/drawingml/2006/main">
            <a:off x="8572500" y="7648575"/>
            <a:ext cx="579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a:solidFill>
                  <a:srgbClr val="F2EBDA"/>
                </a:solidFill>
                <a:latin typeface="JetBrains Mono"/>
                <a:ea typeface="JetBrains Mono"/>
                <a:cs typeface="JetBrains Mono"/>
              </a:defRPr>
            </a:pPr>
            <a:r>
              <a:rPr sz="1800">
                <a:solidFill>
                  <a:srgbClr val="F2EBDA"/>
                </a:solidFill>
                <a:latin typeface="JetBrains Mono"/>
                <a:ea typeface="JetBrains Mono"/>
                <a:cs typeface="JetBrains Mono"/>
              </a:rPr>
              <a:t>Hamza / Lead AI Engineer</a:t>
            </a:r>
          </a:p>
        </p:txBody>
      </p:sp>
    </p:spTree>
    <p:extLst>
      <p:ext uri="{BB962C8B-B14F-4D97-AF65-F5344CB8AC3E}">
        <p14:creationId xmlns:p14="http://schemas.microsoft.com/office/powerpoint/2010/main" val="1092705668"/>
      </p:ext>
    </p:extLst>
  </p:cSld>
</p:sld>
</file>

<file path=ppt/slides/slide3.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0" name="Laghari Labs frame">
            <a:extLst xmlns:a="http://schemas.openxmlformats.org/drawingml/2006/main">
              <a:ext uri="{FF2B5EF4-FFF2-40B4-BE49-F238E27FC236}">
                <a16:creationId xmlns:a16="http://schemas.microsoft.com/office/drawing/2014/main" id="{0DB1CBF9-F901-4513-95E1-28C9DA8DA513}"/>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text 0">
            <a:extLst xmlns:a="http://schemas.openxmlformats.org/drawingml/2006/main">
              <a:ext uri="{FF2B5EF4-FFF2-40B4-BE49-F238E27FC236}">
                <a16:creationId xmlns:a16="http://schemas.microsoft.com/office/drawing/2014/main" id="{B465C54A-ADB4-4A05-83E4-A5B5A6E2405C}"/>
              </a:ext>
            </a:extLst>
          </p:cNvPr>
          <p:cNvSpPr>
            <a:spLocks xmlns:a="http://schemas.openxmlformats.org/drawingml/2006/main" noGrp="1"/>
          </p:cNvSpPr>
          <p:nvPr/>
        </p:nvSpPr>
        <p:spPr>
          <a:xfrm xmlns:a="http://schemas.openxmlformats.org/drawingml/2006/main">
            <a:off x="8382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a:solidFill>
                  <a:srgbClr val="0E0E12"/>
                </a:solidFill>
                <a:latin typeface="JetBrains Mono"/>
                <a:ea typeface="JetBrains Mono"/>
                <a:cs typeface="JetBrains Mono"/>
              </a:defRPr>
            </a:pPr>
            <a:r>
              <a:rPr sz="1950">
                <a:solidFill>
                  <a:srgbClr val="0E0E12"/>
                </a:solidFill>
                <a:latin typeface="JetBrains Mono"/>
                <a:ea typeface="JetBrains Mono"/>
                <a:cs typeface="JetBrains Mono"/>
              </a:rPr>
              <a:t>WORKSPACES</a:t>
            </a:r>
          </a:p>
        </p:txBody>
      </p:sp>
      <p:sp>
        <p:nvSpPr>
          <p:cNvPr id="3" name="Editable text 1">
            <a:extLst xmlns:a="http://schemas.openxmlformats.org/drawingml/2006/main">
              <a:ext uri="{FF2B5EF4-FFF2-40B4-BE49-F238E27FC236}">
                <a16:creationId xmlns:a16="http://schemas.microsoft.com/office/drawing/2014/main" id="{AA86C7BD-CAAF-4D9B-A60A-B26D1B9FB244}"/>
              </a:ext>
            </a:extLst>
          </p:cNvPr>
          <p:cNvSpPr>
            <a:spLocks xmlns:a="http://schemas.openxmlformats.org/drawingml/2006/main" noGrp="1"/>
          </p:cNvSpPr>
          <p:nvPr/>
        </p:nvSpPr>
        <p:spPr>
          <a:xfrm xmlns:a="http://schemas.openxmlformats.org/drawingml/2006/main">
            <a:off x="838200" y="2095500"/>
            <a:ext cx="13525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9600">
                <a:solidFill>
                  <a:srgbClr val="0E0E12"/>
                </a:solidFill>
                <a:latin typeface="Silkscreen"/>
                <a:ea typeface="Silkscreen"/>
                <a:cs typeface="Silkscreen"/>
              </a:defRPr>
            </a:pPr>
            <a:r>
              <a:rPr sz="9600">
                <a:solidFill>
                  <a:srgbClr val="0E0E12"/>
                </a:solidFill>
                <a:latin typeface="Silkscreen"/>
                <a:ea typeface="Silkscreen"/>
                <a:cs typeface="Silkscreen"/>
              </a:rPr>
              <a:t>Research.</a:t>
            </a:r>
          </a:p>
        </p:txBody>
      </p:sp>
      <p:sp>
        <p:nvSpPr>
          <p:cNvPr id="4" name="Editable text 2">
            <a:extLst xmlns:a="http://schemas.openxmlformats.org/drawingml/2006/main">
              <a:ext uri="{FF2B5EF4-FFF2-40B4-BE49-F238E27FC236}">
                <a16:creationId xmlns:a16="http://schemas.microsoft.com/office/drawing/2014/main" id="{0DC64BBC-58F3-47A7-8D2C-D24F86BE1BA7}"/>
              </a:ext>
            </a:extLst>
          </p:cNvPr>
          <p:cNvSpPr>
            <a:spLocks xmlns:a="http://schemas.openxmlformats.org/drawingml/2006/main" noGrp="1"/>
          </p:cNvSpPr>
          <p:nvPr/>
        </p:nvSpPr>
        <p:spPr>
          <a:xfrm xmlns:a="http://schemas.openxmlformats.org/drawingml/2006/main">
            <a:off x="838200" y="3505200"/>
            <a:ext cx="13525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9600">
                <a:solidFill>
                  <a:srgbClr val="0E0E12"/>
                </a:solidFill>
                <a:latin typeface="Silkscreen"/>
                <a:ea typeface="Silkscreen"/>
                <a:cs typeface="Silkscreen"/>
              </a:defRPr>
            </a:pPr>
            <a:r>
              <a:rPr sz="9600">
                <a:solidFill>
                  <a:srgbClr val="0E0E12"/>
                </a:solidFill>
                <a:latin typeface="Silkscreen"/>
                <a:ea typeface="Silkscreen"/>
                <a:cs typeface="Silkscreen"/>
              </a:rPr>
              <a:t>Architecture.</a:t>
            </a:r>
          </a:p>
        </p:txBody>
      </p:sp>
      <p:sp>
        <p:nvSpPr>
          <p:cNvPr id="5" name="Brand highlight 3">
            <a:extLst xmlns:a="http://schemas.openxmlformats.org/drawingml/2006/main">
              <a:ext uri="{FF2B5EF4-FFF2-40B4-BE49-F238E27FC236}">
                <a16:creationId xmlns:a16="http://schemas.microsoft.com/office/drawing/2014/main" id="{9A1D82D4-BB5B-4935-8A09-264FDF7E09E9}"/>
              </a:ext>
            </a:extLst>
          </p:cNvPr>
          <p:cNvSpPr>
            <a:spLocks xmlns:a="http://schemas.openxmlformats.org/drawingml/2006/main" noGrp="1"/>
          </p:cNvSpPr>
          <p:nvPr/>
        </p:nvSpPr>
        <p:spPr>
          <a:xfrm xmlns:a="http://schemas.openxmlformats.org/drawingml/2006/main">
            <a:off x="819150" y="5276850"/>
            <a:ext cx="13639800" cy="1219200"/>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6" name="Brand highlight 4">
            <a:extLst xmlns:a="http://schemas.openxmlformats.org/drawingml/2006/main">
              <a:ext uri="{FF2B5EF4-FFF2-40B4-BE49-F238E27FC236}">
                <a16:creationId xmlns:a16="http://schemas.microsoft.com/office/drawing/2014/main" id="{57739E50-6E6F-4B25-AC05-296FEB87F38B}"/>
              </a:ext>
            </a:extLst>
          </p:cNvPr>
          <p:cNvSpPr>
            <a:spLocks xmlns:a="http://schemas.openxmlformats.org/drawingml/2006/main" noGrp="1"/>
          </p:cNvSpPr>
          <p:nvPr/>
        </p:nvSpPr>
        <p:spPr>
          <a:xfrm xmlns:a="http://schemas.openxmlformats.org/drawingml/2006/main">
            <a:off x="723900" y="5181600"/>
            <a:ext cx="13639800" cy="1219200"/>
          </a:xfrm>
          <a:prstGeom xmlns:a="http://schemas.openxmlformats.org/drawingml/2006/main" prst="rect">
            <a:avLst/>
          </a:prstGeom>
          <a:solidFill xmlns:a="http://schemas.openxmlformats.org/drawingml/2006/main">
            <a:srgbClr val="06D6A0"/>
          </a:solidFill>
          <a:ln xmlns:a="http://schemas.openxmlformats.org/drawingml/2006/main" w="38100">
            <a:solidFill>
              <a:srgbClr val="0E0E12"/>
            </a:solidFill>
          </a:ln>
        </p:spPr>
      </p:sp>
      <p:sp>
        <p:nvSpPr>
          <p:cNvPr id="7" name="Editable text 5">
            <a:extLst xmlns:a="http://schemas.openxmlformats.org/drawingml/2006/main">
              <a:ext uri="{FF2B5EF4-FFF2-40B4-BE49-F238E27FC236}">
                <a16:creationId xmlns:a16="http://schemas.microsoft.com/office/drawing/2014/main" id="{EEBF910C-62F2-4E2C-8CA9-9BD23D67F424}"/>
              </a:ext>
            </a:extLst>
          </p:cNvPr>
          <p:cNvSpPr>
            <a:spLocks xmlns:a="http://schemas.openxmlformats.org/drawingml/2006/main" noGrp="1"/>
          </p:cNvSpPr>
          <p:nvPr/>
        </p:nvSpPr>
        <p:spPr>
          <a:xfrm xmlns:a="http://schemas.openxmlformats.org/drawingml/2006/main">
            <a:off x="952500" y="5048250"/>
            <a:ext cx="13182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7050">
                <a:solidFill>
                  <a:srgbClr val="0E0E12"/>
                </a:solidFill>
                <a:latin typeface="Silkscreen"/>
                <a:ea typeface="Silkscreen"/>
                <a:cs typeface="Silkscreen"/>
              </a:defRPr>
            </a:pPr>
            <a:r>
              <a:rPr sz="7050">
                <a:solidFill>
                  <a:srgbClr val="0E0E12"/>
                </a:solidFill>
                <a:latin typeface="Silkscreen"/>
                <a:ea typeface="Silkscreen"/>
                <a:cs typeface="Silkscreen"/>
              </a:rPr>
              <a:t>I review the drafts.</a:t>
            </a:r>
          </a:p>
        </p:txBody>
      </p:sp>
      <p:sp>
        <p:nvSpPr>
          <p:cNvPr id="8" name="Editable text 6">
            <a:extLst xmlns:a="http://schemas.openxmlformats.org/drawingml/2006/main">
              <a:ext uri="{FF2B5EF4-FFF2-40B4-BE49-F238E27FC236}">
                <a16:creationId xmlns:a16="http://schemas.microsoft.com/office/drawing/2014/main" id="{48C374A4-1FAE-4C10-A2B5-DB0441C498E5}"/>
              </a:ext>
            </a:extLst>
          </p:cNvPr>
          <p:cNvSpPr>
            <a:spLocks xmlns:a="http://schemas.openxmlformats.org/drawingml/2006/main" noGrp="1"/>
          </p:cNvSpPr>
          <p:nvPr/>
        </p:nvSpPr>
        <p:spPr>
          <a:xfrm xmlns:a="http://schemas.openxmlformats.org/drawingml/2006/main">
            <a:off x="838200" y="7581900"/>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50">
                <a:solidFill>
                  <a:srgbClr val="0E0E12"/>
                </a:solidFill>
                <a:latin typeface="Silkscreen"/>
                <a:ea typeface="Silkscreen"/>
                <a:cs typeface="Silkscreen"/>
              </a:defRPr>
            </a:pPr>
            <a:r>
              <a:rPr sz="2550">
                <a:solidFill>
                  <a:srgbClr val="0E0E12"/>
                </a:solidFill>
                <a:latin typeface="Silkscreen"/>
                <a:ea typeface="Silkscreen"/>
                <a:cs typeface="Silkscreen"/>
              </a:rPr>
              <a:t>LaghariLabs.com</a:t>
            </a:r>
          </a:p>
        </p:txBody>
      </p:sp>
      <p:sp>
        <p:nvSpPr>
          <p:cNvPr id="9" name="Editable text 7">
            <a:extLst xmlns:a="http://schemas.openxmlformats.org/drawingml/2006/main">
              <a:ext uri="{FF2B5EF4-FFF2-40B4-BE49-F238E27FC236}">
                <a16:creationId xmlns:a16="http://schemas.microsoft.com/office/drawing/2014/main" id="{442783A8-AF42-45ED-A0A3-08B305319675}"/>
              </a:ext>
            </a:extLst>
          </p:cNvPr>
          <p:cNvSpPr>
            <a:spLocks xmlns:a="http://schemas.openxmlformats.org/drawingml/2006/main" noGrp="1"/>
          </p:cNvSpPr>
          <p:nvPr/>
        </p:nvSpPr>
        <p:spPr>
          <a:xfrm xmlns:a="http://schemas.openxmlformats.org/drawingml/2006/main">
            <a:off x="8572500" y="7648575"/>
            <a:ext cx="579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a:solidFill>
                  <a:srgbClr val="0E0E12"/>
                </a:solidFill>
                <a:latin typeface="JetBrains Mono"/>
                <a:ea typeface="JetBrains Mono"/>
                <a:cs typeface="JetBrains Mono"/>
              </a:defRPr>
            </a:pPr>
            <a:r>
              <a:rPr sz="1800">
                <a:solidFill>
                  <a:srgbClr val="0E0E12"/>
                </a:solidFill>
                <a:latin typeface="JetBrains Mono"/>
                <a:ea typeface="JetBrains Mono"/>
                <a:cs typeface="JetBrains Mono"/>
              </a:rPr>
              <a:t>Hamza / Lead AI Engineer</a:t>
            </a:r>
          </a:p>
        </p:txBody>
      </p:sp>
    </p:spTree>
    <p:extLst>
      <p:ext uri="{BB962C8B-B14F-4D97-AF65-F5344CB8AC3E}">
        <p14:creationId xmlns:p14="http://schemas.microsoft.com/office/powerpoint/2010/main" val="1123461738"/>
      </p:ext>
    </p:extLst>
  </p:cSld>
</p:sld>
</file>

<file path=ppt/slides/slide4.xml><?xml version="1.0" encoding="utf-8"?>
<p:sld xmlns:p="http://schemas.openxmlformats.org/presentationml/2006/main">
  <p:cSld>
    <p:bg>
      <p:bgPr>
        <a:solidFill xmlns:a="http://schemas.openxmlformats.org/drawingml/2006/main">
          <a:srgbClr val="3A86FF"/>
        </a:solidFill>
      </p:bgPr>
    </p:bg>
    <p:spTree>
      <p:nvGrpSpPr>
        <p:cNvPr id="1" name=""/>
        <p:cNvGrpSpPr/>
        <p:nvPr/>
      </p:nvGrpSpPr>
      <p:grpSpPr>
        <a:xfrm xmlns:a="http://schemas.openxmlformats.org/drawingml/2006/main"/>
      </p:grpSpPr>
      <p:sp>
        <p:nvSpPr>
          <p:cNvPr id="10" name="Laghari Labs frame">
            <a:extLst xmlns:a="http://schemas.openxmlformats.org/drawingml/2006/main">
              <a:ext uri="{FF2B5EF4-FFF2-40B4-BE49-F238E27FC236}">
                <a16:creationId xmlns:a16="http://schemas.microsoft.com/office/drawing/2014/main" id="{E689D413-1ED5-412E-852C-743F4C5CF322}"/>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text 0">
            <a:extLst xmlns:a="http://schemas.openxmlformats.org/drawingml/2006/main">
              <a:ext uri="{FF2B5EF4-FFF2-40B4-BE49-F238E27FC236}">
                <a16:creationId xmlns:a16="http://schemas.microsoft.com/office/drawing/2014/main" id="{CE923081-3E14-4C4A-AAD4-E8DACCCA1F8B}"/>
              </a:ext>
            </a:extLst>
          </p:cNvPr>
          <p:cNvSpPr>
            <a:spLocks xmlns:a="http://schemas.openxmlformats.org/drawingml/2006/main" noGrp="1"/>
          </p:cNvSpPr>
          <p:nvPr/>
        </p:nvSpPr>
        <p:spPr>
          <a:xfrm xmlns:a="http://schemas.openxmlformats.org/drawingml/2006/main">
            <a:off x="8382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a:solidFill>
                  <a:srgbClr val="F2EBDA"/>
                </a:solidFill>
                <a:latin typeface="JetBrains Mono"/>
                <a:ea typeface="JetBrains Mono"/>
                <a:cs typeface="JetBrains Mono"/>
              </a:defRPr>
            </a:pPr>
            <a:r>
              <a:rPr sz="1950">
                <a:solidFill>
                  <a:srgbClr val="F2EBDA"/>
                </a:solidFill>
                <a:latin typeface="JetBrains Mono"/>
                <a:ea typeface="JetBrains Mono"/>
                <a:cs typeface="JetBrains Mono"/>
              </a:rPr>
              <a:t>BUILT TODAY</a:t>
            </a:r>
          </a:p>
        </p:txBody>
      </p:sp>
      <p:sp>
        <p:nvSpPr>
          <p:cNvPr id="3" name="Editable text 1">
            <a:extLst xmlns:a="http://schemas.openxmlformats.org/drawingml/2006/main">
              <a:ext uri="{FF2B5EF4-FFF2-40B4-BE49-F238E27FC236}">
                <a16:creationId xmlns:a16="http://schemas.microsoft.com/office/drawing/2014/main" id="{2A7A04C9-03E7-45AF-AF15-AAD0C687BCF6}"/>
              </a:ext>
            </a:extLst>
          </p:cNvPr>
          <p:cNvSpPr>
            <a:spLocks xmlns:a="http://schemas.openxmlformats.org/drawingml/2006/main" noGrp="1"/>
          </p:cNvSpPr>
          <p:nvPr/>
        </p:nvSpPr>
        <p:spPr>
          <a:xfrm xmlns:a="http://schemas.openxmlformats.org/drawingml/2006/main">
            <a:off x="838200" y="2076450"/>
            <a:ext cx="13525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7950">
                <a:solidFill>
                  <a:srgbClr val="F2EBDA"/>
                </a:solidFill>
                <a:latin typeface="Silkscreen"/>
                <a:ea typeface="Silkscreen"/>
                <a:cs typeface="Silkscreen"/>
              </a:defRPr>
            </a:pPr>
            <a:r>
              <a:rPr sz="7950">
                <a:solidFill>
                  <a:srgbClr val="F2EBDA"/>
                </a:solidFill>
                <a:latin typeface="Silkscreen"/>
                <a:ea typeface="Silkscreen"/>
                <a:cs typeface="Silkscreen"/>
              </a:rPr>
              <a:t>Copilot + Spaces</a:t>
            </a:r>
          </a:p>
        </p:txBody>
      </p:sp>
      <p:sp>
        <p:nvSpPr>
          <p:cNvPr id="4" name="Editable text 2">
            <a:extLst xmlns:a="http://schemas.openxmlformats.org/drawingml/2006/main">
              <a:ext uri="{FF2B5EF4-FFF2-40B4-BE49-F238E27FC236}">
                <a16:creationId xmlns:a16="http://schemas.microsoft.com/office/drawing/2014/main" id="{5F643D57-0D3D-4D5B-B739-6A9484250895}"/>
              </a:ext>
            </a:extLst>
          </p:cNvPr>
          <p:cNvSpPr>
            <a:spLocks xmlns:a="http://schemas.openxmlformats.org/drawingml/2006/main" noGrp="1"/>
          </p:cNvSpPr>
          <p:nvPr/>
        </p:nvSpPr>
        <p:spPr>
          <a:xfrm xmlns:a="http://schemas.openxmlformats.org/drawingml/2006/main">
            <a:off x="895350" y="3467100"/>
            <a:ext cx="1333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50">
                <a:solidFill>
                  <a:srgbClr val="F2EBDA"/>
                </a:solidFill>
                <a:latin typeface="JetBrains Mono"/>
                <a:ea typeface="JetBrains Mono"/>
                <a:cs typeface="JetBrains Mono"/>
              </a:defRPr>
            </a:pPr>
            <a:r>
              <a:rPr sz="2550">
                <a:solidFill>
                  <a:srgbClr val="F2EBDA"/>
                </a:solidFill>
                <a:latin typeface="JetBrains Mono"/>
                <a:ea typeface="JetBrains Mono"/>
                <a:cs typeface="JetBrains Mono"/>
              </a:rPr>
              <a:t>Extended today</a:t>
            </a:r>
          </a:p>
        </p:txBody>
      </p:sp>
      <p:sp>
        <p:nvSpPr>
          <p:cNvPr id="5" name="Editable text 3">
            <a:extLst xmlns:a="http://schemas.openxmlformats.org/drawingml/2006/main">
              <a:ext uri="{FF2B5EF4-FFF2-40B4-BE49-F238E27FC236}">
                <a16:creationId xmlns:a16="http://schemas.microsoft.com/office/drawing/2014/main" id="{FCBA4B7E-C571-42B0-AADF-70293A03DF92}"/>
              </a:ext>
            </a:extLst>
          </p:cNvPr>
          <p:cNvSpPr>
            <a:spLocks xmlns:a="http://schemas.openxmlformats.org/drawingml/2006/main" noGrp="1"/>
          </p:cNvSpPr>
          <p:nvPr/>
        </p:nvSpPr>
        <p:spPr>
          <a:xfrm xmlns:a="http://schemas.openxmlformats.org/drawingml/2006/main">
            <a:off x="838200" y="4448175"/>
            <a:ext cx="1352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8850">
                <a:solidFill>
                  <a:srgbClr val="FFD23F"/>
                </a:solidFill>
                <a:latin typeface="Silkscreen"/>
                <a:ea typeface="Silkscreen"/>
                <a:cs typeface="Silkscreen"/>
              </a:defRPr>
            </a:pPr>
            <a:r>
              <a:rPr sz="8850">
                <a:solidFill>
                  <a:srgbClr val="FFD23F"/>
                </a:solidFill>
                <a:latin typeface="Silkscreen"/>
                <a:ea typeface="Silkscreen"/>
                <a:cs typeface="Silkscreen"/>
              </a:rPr>
              <a:t>Adversaria CLI</a:t>
            </a:r>
          </a:p>
        </p:txBody>
      </p:sp>
      <p:sp>
        <p:nvSpPr>
          <p:cNvPr id="6" name="Editable text 4">
            <a:extLst xmlns:a="http://schemas.openxmlformats.org/drawingml/2006/main">
              <a:ext uri="{FF2B5EF4-FFF2-40B4-BE49-F238E27FC236}">
                <a16:creationId xmlns:a16="http://schemas.microsoft.com/office/drawing/2014/main" id="{BADBDCF3-734F-4A03-9EB3-A4CA927C152B}"/>
              </a:ext>
            </a:extLst>
          </p:cNvPr>
          <p:cNvSpPr>
            <a:spLocks xmlns:a="http://schemas.openxmlformats.org/drawingml/2006/main" noGrp="1"/>
          </p:cNvSpPr>
          <p:nvPr/>
        </p:nvSpPr>
        <p:spPr>
          <a:xfrm xmlns:a="http://schemas.openxmlformats.org/drawingml/2006/main">
            <a:off x="895350" y="5857875"/>
            <a:ext cx="1333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50">
                <a:solidFill>
                  <a:srgbClr val="F2EBDA"/>
                </a:solidFill>
                <a:latin typeface="JetBrains Mono"/>
                <a:ea typeface="JetBrains Mono"/>
                <a:cs typeface="JetBrains Mono"/>
              </a:defRPr>
            </a:pPr>
            <a:r>
              <a:rPr sz="2550">
                <a:solidFill>
                  <a:srgbClr val="F2EBDA"/>
                </a:solidFill>
                <a:latin typeface="JetBrains Mono"/>
                <a:ea typeface="JetBrains Mono"/>
                <a:cs typeface="JetBrains Mono"/>
              </a:rPr>
              <a:t>Built with OpenAI Codex</a:t>
            </a:r>
          </a:p>
        </p:txBody>
      </p:sp>
      <p:sp>
        <p:nvSpPr>
          <p:cNvPr id="7" name="Editable text 5">
            <a:extLst xmlns:a="http://schemas.openxmlformats.org/drawingml/2006/main">
              <a:ext uri="{FF2B5EF4-FFF2-40B4-BE49-F238E27FC236}">
                <a16:creationId xmlns:a16="http://schemas.microsoft.com/office/drawing/2014/main" id="{BCD05F15-C922-4099-82BA-A2E0B50599B6}"/>
              </a:ext>
            </a:extLst>
          </p:cNvPr>
          <p:cNvSpPr>
            <a:spLocks xmlns:a="http://schemas.openxmlformats.org/drawingml/2006/main" noGrp="1"/>
          </p:cNvSpPr>
          <p:nvPr/>
        </p:nvSpPr>
        <p:spPr>
          <a:xfrm xmlns:a="http://schemas.openxmlformats.org/drawingml/2006/main">
            <a:off x="895350" y="6858000"/>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a:solidFill>
                  <a:srgbClr val="F2EBDA"/>
                </a:solidFill>
                <a:latin typeface="JetBrains Mono"/>
                <a:ea typeface="JetBrains Mono"/>
                <a:cs typeface="JetBrains Mono"/>
              </a:defRPr>
            </a:pPr>
            <a:r>
              <a:rPr sz="2100">
                <a:solidFill>
                  <a:srgbClr val="F2EBDA"/>
                </a:solidFill>
                <a:latin typeface="JetBrains Mono"/>
                <a:ea typeface="JetBrains Mono"/>
                <a:cs typeface="JetBrains Mono"/>
              </a:rPr>
              <a:t>Sponsor APIs: OpenRouter + Exa AI</a:t>
            </a:r>
          </a:p>
        </p:txBody>
      </p:sp>
      <p:sp>
        <p:nvSpPr>
          <p:cNvPr id="8" name="Editable text 6">
            <a:extLst xmlns:a="http://schemas.openxmlformats.org/drawingml/2006/main">
              <a:ext uri="{FF2B5EF4-FFF2-40B4-BE49-F238E27FC236}">
                <a16:creationId xmlns:a16="http://schemas.microsoft.com/office/drawing/2014/main" id="{904C19D6-0A5D-4F1F-A091-951673866DB0}"/>
              </a:ext>
            </a:extLst>
          </p:cNvPr>
          <p:cNvSpPr>
            <a:spLocks xmlns:a="http://schemas.openxmlformats.org/drawingml/2006/main" noGrp="1"/>
          </p:cNvSpPr>
          <p:nvPr/>
        </p:nvSpPr>
        <p:spPr>
          <a:xfrm xmlns:a="http://schemas.openxmlformats.org/drawingml/2006/main">
            <a:off x="838200" y="7581900"/>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50">
                <a:solidFill>
                  <a:srgbClr val="F2EBDA"/>
                </a:solidFill>
                <a:latin typeface="Silkscreen"/>
                <a:ea typeface="Silkscreen"/>
                <a:cs typeface="Silkscreen"/>
              </a:defRPr>
            </a:pPr>
            <a:r>
              <a:rPr sz="2550">
                <a:solidFill>
                  <a:srgbClr val="F2EBDA"/>
                </a:solidFill>
                <a:latin typeface="Silkscreen"/>
                <a:ea typeface="Silkscreen"/>
                <a:cs typeface="Silkscreen"/>
              </a:rPr>
              <a:t>LaghariLabs.com</a:t>
            </a:r>
          </a:p>
        </p:txBody>
      </p:sp>
      <p:sp>
        <p:nvSpPr>
          <p:cNvPr id="9" name="Editable text 7">
            <a:extLst xmlns:a="http://schemas.openxmlformats.org/drawingml/2006/main">
              <a:ext uri="{FF2B5EF4-FFF2-40B4-BE49-F238E27FC236}">
                <a16:creationId xmlns:a16="http://schemas.microsoft.com/office/drawing/2014/main" id="{99E17612-8F30-4042-859F-889213496CA0}"/>
              </a:ext>
            </a:extLst>
          </p:cNvPr>
          <p:cNvSpPr>
            <a:spLocks xmlns:a="http://schemas.openxmlformats.org/drawingml/2006/main" noGrp="1"/>
          </p:cNvSpPr>
          <p:nvPr/>
        </p:nvSpPr>
        <p:spPr>
          <a:xfrm xmlns:a="http://schemas.openxmlformats.org/drawingml/2006/main">
            <a:off x="8572500" y="7648575"/>
            <a:ext cx="579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a:solidFill>
                  <a:srgbClr val="F2EBDA"/>
                </a:solidFill>
                <a:latin typeface="JetBrains Mono"/>
                <a:ea typeface="JetBrains Mono"/>
                <a:cs typeface="JetBrains Mono"/>
              </a:defRPr>
            </a:pPr>
            <a:r>
              <a:rPr sz="1800">
                <a:solidFill>
                  <a:srgbClr val="F2EBDA"/>
                </a:solidFill>
                <a:latin typeface="JetBrains Mono"/>
                <a:ea typeface="JetBrains Mono"/>
                <a:cs typeface="JetBrains Mono"/>
              </a:rPr>
              <a:t>Hamza / Lead AI Engineer</a:t>
            </a:r>
          </a:p>
        </p:txBody>
      </p:sp>
    </p:spTree>
    <p:extLst>
      <p:ext uri="{BB962C8B-B14F-4D97-AF65-F5344CB8AC3E}">
        <p14:creationId xmlns:p14="http://schemas.microsoft.com/office/powerpoint/2010/main" val="1274218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2026-09-12T12:00:58.3750000Z</dcterms:created>
  <dcterms:modified xsi:type="dcterms:W3CDTF">2026-09-12T12:00:58.3750000Z</dcterms:modified>
</coreProperties>
</file>